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卉枫源采｜企业花艺活动方案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企业｜医院｜高校｜商业空间</a:t>
            </a:r>
          </a:p>
          <a:p>
            <a:r>
              <a:t>让花艺成为连接人与空间的美好体验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关于卉枫源采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专注：企业花艺、花艺沙龙、商业空间花艺、活动花艺、品牌展陈。</a:t>
            </a:r>
          </a:p>
          <a:p>
            <a:pPr>
              <a:defRPr sz="2000"/>
            </a:pPr>
            <a:r>
              <a:t>理念：用MVP持续验证市场，打造长期品牌。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服务内容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企业花艺沙龙</a:t>
            </a:r>
          </a:p>
          <a:p>
            <a:pPr>
              <a:defRPr sz="2000"/>
            </a:pPr>
            <a:r>
              <a:t>• 企业桌花</a:t>
            </a:r>
          </a:p>
          <a:p>
            <a:pPr>
              <a:defRPr sz="2000"/>
            </a:pPr>
            <a:r>
              <a:t>• 节日花礼</a:t>
            </a:r>
          </a:p>
          <a:p>
            <a:pPr>
              <a:defRPr sz="2000"/>
            </a:pPr>
            <a:r>
              <a:t>• 开业花艺</a:t>
            </a:r>
          </a:p>
          <a:p>
            <a:pPr>
              <a:defRPr sz="2000"/>
            </a:pPr>
            <a:r>
              <a:t>• 活动花艺布置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全年主题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春：女神节、母亲节</a:t>
            </a:r>
          </a:p>
          <a:p>
            <a:pPr>
              <a:defRPr sz="2000"/>
            </a:pPr>
            <a:r>
              <a:t>夏：荷花花艺</a:t>
            </a:r>
          </a:p>
          <a:p>
            <a:pPr>
              <a:defRPr sz="2000"/>
            </a:pPr>
            <a:r>
              <a:t>秋：中秋东方美学</a:t>
            </a:r>
          </a:p>
          <a:p>
            <a:pPr>
              <a:defRPr sz="2000"/>
            </a:pPr>
            <a:r>
              <a:t>冬：圣诞花环、年宵花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活动流程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需求沟通→方案设计→花艺分享→DIY体验→作品展示→合影</a:t>
            </a:r>
          </a:p>
          <a:p>
            <a:pPr>
              <a:defRPr sz="2000"/>
            </a:pPr>
            <a:r>
              <a:t>活动时长：60-90分钟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活动价值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提升员工幸福感</a:t>
            </a:r>
          </a:p>
          <a:p>
            <a:pPr>
              <a:defRPr sz="2000"/>
            </a:pPr>
            <a:r>
              <a:t>增强团队互动</a:t>
            </a:r>
          </a:p>
          <a:p>
            <a:pPr>
              <a:defRPr sz="2000"/>
            </a:pPr>
            <a:r>
              <a:t>丰富企业文化</a:t>
            </a:r>
          </a:p>
          <a:p>
            <a:pPr>
              <a:defRPr sz="2000"/>
            </a:pPr>
            <a:r>
              <a:t>提升客户体验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合作流程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咨询→需求确认→方案报价→活动执行→复盘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联系方式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品牌：卉枫源采</a:t>
            </a:r>
          </a:p>
          <a:p>
            <a:pPr>
              <a:defRPr sz="2000"/>
            </a:pPr>
            <a:r>
              <a:t>微信：________</a:t>
            </a:r>
          </a:p>
          <a:p>
            <a:pPr>
              <a:defRPr sz="2000"/>
            </a:pPr>
            <a:r>
              <a:t>小红书：________</a:t>
            </a:r>
          </a:p>
          <a:p>
            <a:pPr>
              <a:defRPr sz="2000"/>
            </a:pPr>
            <a:r>
              <a:t>抖音：________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